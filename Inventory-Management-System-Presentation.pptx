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Electronics</c:v>
                  </c:pt>
                  <c:pt idx="1">
                    <c:v>Furniture</c:v>
                  </c:pt>
                  <c:pt idx="2">
                    <c:v>Clothing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79994.5</c:v>
                </c:pt>
                <c:pt idx="1">
                  <c:v>59910</c:v>
                </c:pt>
                <c:pt idx="2">
                  <c:v>3998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43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MANAGEMENT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155448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Track. Move. Analyze.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warehouse &amp; stock-control web application — each account manages its own products, suppliers, warehouses and stock movements.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5262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ASP.NET Core 8 MVC</a:t>
            </a:r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 Core + SQLite</a:t>
            </a:r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 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09560" y="141732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74152" y="1417320"/>
            <a:ext cx="1545336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092440" y="16733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92440" y="198424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10058400" y="141732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22992" y="1417320"/>
            <a:ext cx="1545336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0" y="16733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241280" y="198424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7909560" y="324612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4152" y="3246120"/>
            <a:ext cx="1545336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3502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92440" y="381304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10058400" y="324612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22992" y="3246120"/>
            <a:ext cx="1545336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0" y="3502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VALUE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241280" y="381304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$143,902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09560" y="4846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admin dashboard at a glance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system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inventory back-office: organize a catalog, keep stock levels accurate through logged movements, and watch it all on a live analytics dashboard — with every account fully isolated from every other.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15184" cy="29260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06040"/>
            <a:ext cx="2615184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6576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Organize a catalog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grouped by category, supplier (business) and warehouse.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19856" y="2606040"/>
            <a:ext cx="2615184" cy="29260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9856" y="2606040"/>
            <a:ext cx="2615184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712464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694176" y="36576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Per-user accounts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94176" y="429768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manage your own private inventory, isolated from others.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632" y="2606040"/>
            <a:ext cx="2615184" cy="29260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2606040"/>
            <a:ext cx="2615184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36576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 stock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73952" y="429768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stock with validated, fully audited transactions.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79408" y="2606040"/>
            <a:ext cx="2615184" cy="29260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79408" y="2606040"/>
            <a:ext cx="2615184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9272016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A855F7"/>
          </a:solidFill>
          <a:ln/>
        </p:spPr>
      </p:sp>
      <p:sp>
        <p:nvSpPr>
          <p:cNvPr id="23" name="Text 21"/>
          <p:cNvSpPr/>
          <p:nvPr/>
        </p:nvSpPr>
        <p:spPr>
          <a:xfrm>
            <a:off x="9253728" y="36576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253728" y="429768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low-stock alerts and value breakdowns on one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a modern .NET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842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8424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ASP.NET Core 8 MVC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32688" y="2606040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Razor views &amp; routing for the web UI and an API endpoint.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9842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5193792" y="198424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 Framework Core 8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17720" y="2606040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ORM: LINQ queries, migrations and change tracking.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0144" y="169164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19842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8878824" y="198424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02752" y="2606040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Zero-setup, file-based database created automatically on first run.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041648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2688" y="43342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508760" y="4334256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ASP.NET Core Identity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32688" y="4956048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registration, login, password hashing &amp; cookie auth.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25112" y="4041648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43342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0A5FA"/>
          </a:solidFill>
          <a:ln/>
        </p:spPr>
      </p:sp>
      <p:sp>
        <p:nvSpPr>
          <p:cNvPr id="22" name="Text 20"/>
          <p:cNvSpPr/>
          <p:nvPr/>
        </p:nvSpPr>
        <p:spPr>
          <a:xfrm>
            <a:off x="5193792" y="4334256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Bootstrap 5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17720" y="4956048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dark-themed UI with custom CSS and Bootstrap Icons.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10144" y="4041648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02752" y="43342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8878824" y="4334256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NUnit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02752" y="4956048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the service layer using an in-memory database.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Clean, layered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589520" cy="932688"/>
          </a:xfrm>
          <a:prstGeom prst="roundRect">
            <a:avLst>
              <a:gd name="adj" fmla="val 78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109728" cy="9326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1109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 (Presentation)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29514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 · Razor Views · ViewModels · wwwroot (CSS/JS)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737360" y="2715768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7589520" cy="932688"/>
          </a:xfrm>
          <a:prstGeom prst="roundRect">
            <a:avLst>
              <a:gd name="adj" fmla="val 78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971800"/>
            <a:ext cx="109728" cy="93268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0998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 (Business logic)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348386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Interfaces + implementations · validation · owner scoping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737360" y="3904488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4160520"/>
            <a:ext cx="7589520" cy="932688"/>
          </a:xfrm>
          <a:prstGeom prst="roundRect">
            <a:avLst>
              <a:gd name="adj" fmla="val 78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160520"/>
            <a:ext cx="109728" cy="9326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885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 (Persistence)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0120" y="467258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 Core DbContext · entity models · migrations · seeding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737360" y="5093208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" y="5349240"/>
            <a:ext cx="7589520" cy="932688"/>
          </a:xfrm>
          <a:prstGeom prst="roundRect">
            <a:avLst>
              <a:gd name="adj" fmla="val 784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5349240"/>
            <a:ext cx="109728" cy="9326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47725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 database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0120" y="58613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InventoryManagementSystem.db — generated on startup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41080" y="1783080"/>
            <a:ext cx="2880360" cy="416052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897112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97112" y="2331720"/>
            <a:ext cx="236829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are registered in Program.cs and injected into controllers.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project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Services layer directly with an in-memory database.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Entities &amp; relationships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ApplicationUser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owns every record via </a:t>
            </a:r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OwnerId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→  per-account data isolation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697480"/>
            <a:ext cx="91440" cy="9144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825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· Description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3154680"/>
            <a:ext cx="105156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3904488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904488"/>
            <a:ext cx="9144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40325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· Email · Phone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83280" y="4361688"/>
            <a:ext cx="1051560" cy="-2926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5111496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5111496"/>
            <a:ext cx="91440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5239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Warehouse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" y="56144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· Location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5568696"/>
            <a:ext cx="1051560" cy="-14996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0" y="3154680"/>
            <a:ext cx="3017520" cy="1828800"/>
          </a:xfrm>
          <a:prstGeom prst="roundRect">
            <a:avLst>
              <a:gd name="adj" fmla="val 4500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33192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46320" y="38404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0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· Description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0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· Quantity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0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IsDeleted (soft delete)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89520" y="4069080"/>
            <a:ext cx="10515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641080" y="32461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41080" y="3246120"/>
            <a:ext cx="91440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8897112" y="33924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StockTransaction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97112" y="3794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(Add / Remove)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QuantityChanged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CreatedOn · Note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use Restrict delete; rows are soft-deleted (IsDeleted) and filtered out of every query.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&amp; multi-tenant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109728" cy="2331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&amp; accounts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 with email &amp; password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by ASP.NET Core Identity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authentication; [Authorize] on a BaseController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Administrator role for the example account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691640"/>
            <a:ext cx="109728" cy="2331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8745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Per-user ownership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37744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carries an OwnerId (the user's id)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filter by owner on read, edit &amp; delete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another user's URL returns “not found”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covered by dedicated unit tests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480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admin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8646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admin@inventory.com / Admin123!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2120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a ready-made demo catalog so you can explore immediately.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42976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4480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registered user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48646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 empty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52120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their own inventory: add businesses, warehouses, categories &amp; products manually.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CRUD &amp; stock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· Read · Update · Delete + Details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6035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914400"/>
                <a:gridCol w="914400"/>
                <a:gridCol w="9144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9377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signed-in user manages their own records — no admin role required.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949440" y="1645920"/>
            <a:ext cx="4572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05472" y="19019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17739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transactions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1812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stock; quantity updates atomically and is logged.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49440" y="2761488"/>
            <a:ext cx="4572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205472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7818120" y="28895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818120" y="32186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removing more than is in stock; server + client-side checks.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949440" y="3877056"/>
            <a:ext cx="4572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205472" y="41330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7818120" y="4005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 delete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818120" y="43342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flagged IsDeleted, never physically removed.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949440" y="4992624"/>
            <a:ext cx="4572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205472" y="52486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A855F7"/>
          </a:solidFill>
          <a:ln/>
        </p:spPr>
      </p:sp>
      <p:sp>
        <p:nvSpPr>
          <p:cNvPr id="21" name="Text 18"/>
          <p:cNvSpPr/>
          <p:nvPr/>
        </p:nvSpPr>
        <p:spPr>
          <a:xfrm>
            <a:off x="781812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Per-product history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818120" y="54498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shows its full stock-movement timeline.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&amp; statistics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stat cards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 (qty &lt; 10)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stock movements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AJAX product search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breakdown by category &amp; warehouse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Top-products leaderboard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clickable — rows, badges &amp; cards link to detail pages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760720" y="1691640"/>
            <a:ext cx="5760720" cy="4343400"/>
          </a:xfrm>
          <a:prstGeom prst="roundRect">
            <a:avLst>
              <a:gd name="adj" fmla="val 18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value by category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0" y="228600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techniques used in the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892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404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Dependency Injection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9352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registered &amp; injected via constructors.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9856" y="169164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75888" y="1892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75888" y="2404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/ await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75888" y="29352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EF Core database calls throughout.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169164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55664" y="1892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5664" y="2404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LINQ + projections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55664" y="29352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shaped straight into service models.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79408" y="169164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5440" y="1892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35440" y="2404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models (DTOs)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29352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never reach the views directly.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813048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" y="40142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6112" y="4526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layer + interfaces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50566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behind contracts, easy to test.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19856" y="3813048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75888" y="40142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75888" y="4526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TempData messaging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75888" y="50566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error flash messages after actions.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99632" y="3813048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55664" y="40142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55664" y="4526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Anti-forgery tokens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55664" y="50566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POST forms are CSRF-protected.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79408" y="3813048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35440" y="40142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35440" y="4526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 migrations + seeding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35440" y="50566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and demo data applied on startup.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&amp; HOW TO RUN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build, test and run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317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NUnit tests, all passing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tested with an in-memory EF database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CRUD, stock rules &amp; owner isolation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with:  dotnet test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3317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it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37960" y="2834640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F5 in Visual Studio (or dotnet run)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auto-migrates &amp; seeds on first launch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admin@inventory.com / Admin123!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…or Register to start a fresh empty account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Management System  ·  ASP.NET Core 8 MVC  ·  layered architecture, EF Core, Identity, SQLite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Management System</dc:title>
  <dc:subject>PptxGenJS Presentation</dc:subject>
  <dc:creator>Inventory Management System</dc:creator>
  <cp:lastModifiedBy>Inventory Management System</cp:lastModifiedBy>
  <cp:revision>1</cp:revision>
  <dcterms:created xsi:type="dcterms:W3CDTF">2026-06-10T11:11:21Z</dcterms:created>
  <dcterms:modified xsi:type="dcterms:W3CDTF">2026-06-10T11:11:21Z</dcterms:modified>
</cp:coreProperties>
</file>